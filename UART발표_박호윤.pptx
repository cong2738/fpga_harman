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5" r:id="rId4"/>
    <p:sldMasterId id="2147483657" r:id="rId5"/>
    <p:sldMasterId id="2147483659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theme" Target="theme/theme1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8BD0C2F-F701-4A2E-AD8B-2380E7BFCA6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98C832E-27A6-4E61-AD0C-7FCC41563C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BBD6C307-1247-4C31-9D81-0B786C3A773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25176E98-5D39-4693-9AD9-EB383669280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4E3CEFC-0B2E-4CD8-BA2E-B444655FB1C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8B75AFD9-21AF-4A9D-A9E2-82C98BBD060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A7F7CB5-DF17-4730-9F5A-D4FEB8AA2B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202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EA8D5B-8E11-430C-B5A3-C958E7C60E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A7A0DB-6CD3-4E7E-9670-266A85093D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AF1726-71FA-4DD0-B471-59507E930F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52F419-D2E3-4206-989B-48643DAA4E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5A2FC5-B81C-484E-86EC-7CC353090C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165371-31FD-49F0-AAAE-F3A2189D8D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ng2738/FPGA_Harman/tree/836652ed417c931650c9f8b6e894552b3a4bcc3b/UART_WATCH_v1" TargetMode="Externa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/>
          <p:nvPr/>
        </p:nvSpPr>
        <p:spPr>
          <a:xfrm>
            <a:off x="290880" y="1527120"/>
            <a:ext cx="510768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0" b="0" u="none" strike="noStrike" spc="-150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513360" y="2903760"/>
            <a:ext cx="10944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400" b="0" u="none" strike="noStrik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45" name="직선 연결선 6"/>
          <p:cNvCxnSpPr/>
          <p:nvPr/>
        </p:nvCxnSpPr>
        <p:spPr>
          <a:xfrm>
            <a:off x="513000" y="2542320"/>
            <a:ext cx="11701800" cy="180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17"/>
          <p:cNvPicPr/>
          <p:nvPr/>
        </p:nvPicPr>
        <p:blipFill>
          <a:blip r:embed="rId2"/>
          <a:srcRect r="10931"/>
          <a:stretch/>
        </p:blipFill>
        <p:spPr>
          <a:xfrm>
            <a:off x="6095880" y="0"/>
            <a:ext cx="6106680" cy="6856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직선 연결선 2"/>
          <p:cNvCxnSpPr/>
          <p:nvPr/>
        </p:nvCxnSpPr>
        <p:spPr>
          <a:xfrm>
            <a:off x="144360" y="176400"/>
            <a:ext cx="12061800" cy="180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48" name="직선 연결선 3"/>
          <p:cNvCxnSpPr/>
          <p:nvPr/>
        </p:nvCxnSpPr>
        <p:spPr>
          <a:xfrm>
            <a:off x="144360" y="6705360"/>
            <a:ext cx="12061800" cy="180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49" name="TextBox 4"/>
          <p:cNvSpPr/>
          <p:nvPr/>
        </p:nvSpPr>
        <p:spPr>
          <a:xfrm>
            <a:off x="1229760" y="721800"/>
            <a:ext cx="1094400" cy="64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3600" b="1" u="none" strike="noStrik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1856160" y="236232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2585160" y="230076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1856160" y="34383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Box 9"/>
          <p:cNvSpPr/>
          <p:nvPr/>
        </p:nvSpPr>
        <p:spPr>
          <a:xfrm>
            <a:off x="2585160" y="3376800"/>
            <a:ext cx="148572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1856160" y="45147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2585160" y="4453200"/>
            <a:ext cx="291384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1856160" y="559080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Box 13"/>
          <p:cNvSpPr/>
          <p:nvPr/>
        </p:nvSpPr>
        <p:spPr>
          <a:xfrm>
            <a:off x="2585160" y="552924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Box 14"/>
          <p:cNvSpPr/>
          <p:nvPr/>
        </p:nvSpPr>
        <p:spPr>
          <a:xfrm>
            <a:off x="2585160" y="986040"/>
            <a:ext cx="211896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60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61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62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3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Box 30"/>
          <p:cNvSpPr/>
          <p:nvPr/>
        </p:nvSpPr>
        <p:spPr>
          <a:xfrm>
            <a:off x="309960" y="1768320"/>
            <a:ext cx="4999680" cy="356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" name="그림 12"/>
          <p:cNvPicPr/>
          <p:nvPr/>
        </p:nvPicPr>
        <p:blipFill>
          <a:blip r:embed="rId2"/>
          <a:stretch/>
        </p:blipFill>
        <p:spPr>
          <a:xfrm>
            <a:off x="276480" y="4898880"/>
            <a:ext cx="6433560" cy="15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그림 45"/>
          <p:cNvPicPr/>
          <p:nvPr/>
        </p:nvPicPr>
        <p:blipFill>
          <a:blip r:embed="rId3"/>
          <a:stretch/>
        </p:blipFill>
        <p:spPr>
          <a:xfrm>
            <a:off x="5310360" y="1260000"/>
            <a:ext cx="6658560" cy="4071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6"/>
          <p:cNvSpPr/>
          <p:nvPr/>
        </p:nvSpPr>
        <p:spPr>
          <a:xfrm flipH="1">
            <a:off x="436320" y="486000"/>
            <a:ext cx="532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9" name="그림 47"/>
          <p:cNvPicPr/>
          <p:nvPr/>
        </p:nvPicPr>
        <p:blipFill>
          <a:blip r:embed="rId2"/>
          <a:stretch/>
        </p:blipFill>
        <p:spPr>
          <a:xfrm>
            <a:off x="360000" y="1338480"/>
            <a:ext cx="8998560" cy="5032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71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72" name="TextBox 2"/>
            <p:cNvSpPr/>
            <p:nvPr/>
          </p:nvSpPr>
          <p:spPr>
            <a:xfrm>
              <a:off x="6818040" y="3912120"/>
              <a:ext cx="250380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73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74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3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309960" y="2099880"/>
            <a:ext cx="4908600" cy="256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7" name="그림 55"/>
          <p:cNvPicPr/>
          <p:nvPr/>
        </p:nvPicPr>
        <p:blipFill>
          <a:blip r:embed="rId2"/>
          <a:stretch/>
        </p:blipFill>
        <p:spPr>
          <a:xfrm>
            <a:off x="5040000" y="1674360"/>
            <a:ext cx="6838560" cy="50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9"/>
          <p:cNvSpPr/>
          <p:nvPr/>
        </p:nvSpPr>
        <p:spPr>
          <a:xfrm>
            <a:off x="10929960" y="1260000"/>
            <a:ext cx="454860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09960" y="20134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81" name="그룹 59"/>
          <p:cNvGrpSpPr/>
          <p:nvPr/>
        </p:nvGrpSpPr>
        <p:grpSpPr>
          <a:xfrm>
            <a:off x="7560000" y="122400"/>
            <a:ext cx="5038560" cy="6584760"/>
            <a:chOff x="7560000" y="122400"/>
            <a:chExt cx="5038560" cy="6584760"/>
          </a:xfrm>
        </p:grpSpPr>
        <p:sp>
          <p:nvSpPr>
            <p:cNvPr id="82" name="TextBox 21"/>
            <p:cNvSpPr/>
            <p:nvPr/>
          </p:nvSpPr>
          <p:spPr>
            <a:xfrm>
              <a:off x="11085840" y="122400"/>
              <a:ext cx="1512720" cy="36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83" name="그림 61"/>
            <p:cNvPicPr/>
            <p:nvPr/>
          </p:nvPicPr>
          <p:blipFill>
            <a:blip r:embed="rId2"/>
            <a:stretch/>
          </p:blipFill>
          <p:spPr>
            <a:xfrm>
              <a:off x="7560000" y="122400"/>
              <a:ext cx="4184640" cy="658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4" name="그림 62"/>
          <p:cNvPicPr/>
          <p:nvPr/>
        </p:nvPicPr>
        <p:blipFill>
          <a:blip r:embed="rId3"/>
          <a:stretch/>
        </p:blipFill>
        <p:spPr>
          <a:xfrm>
            <a:off x="284040" y="3169080"/>
            <a:ext cx="4754520" cy="348948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85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8440" tIns="-73440" rIns="118440" bIns="-734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7" name="그림 65"/>
          <p:cNvPicPr/>
          <p:nvPr/>
        </p:nvPicPr>
        <p:blipFill>
          <a:blip r:embed="rId2"/>
          <a:srcRect r="43685" b="65510"/>
          <a:stretch/>
        </p:blipFill>
        <p:spPr>
          <a:xfrm>
            <a:off x="5311080" y="1800360"/>
            <a:ext cx="6838200" cy="1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그림 66"/>
          <p:cNvPicPr/>
          <p:nvPr/>
        </p:nvPicPr>
        <p:blipFill>
          <a:blip r:embed="rId3"/>
          <a:stretch/>
        </p:blipFill>
        <p:spPr>
          <a:xfrm>
            <a:off x="720000" y="3259800"/>
            <a:ext cx="11391480" cy="33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46"/>
          <p:cNvSpPr/>
          <p:nvPr/>
        </p:nvSpPr>
        <p:spPr>
          <a:xfrm>
            <a:off x="309960" y="2099880"/>
            <a:ext cx="454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309960" y="2035800"/>
            <a:ext cx="4548600" cy="192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2" name="그림 70"/>
          <p:cNvPicPr/>
          <p:nvPr/>
        </p:nvPicPr>
        <p:blipFill>
          <a:blip r:embed="rId2"/>
          <a:stretch/>
        </p:blipFill>
        <p:spPr>
          <a:xfrm>
            <a:off x="342360" y="5337360"/>
            <a:ext cx="68562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21"/>
          <p:cNvSpPr/>
          <p:nvPr/>
        </p:nvSpPr>
        <p:spPr>
          <a:xfrm>
            <a:off x="11193840" y="360000"/>
            <a:ext cx="151272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4" name="그림 72"/>
          <p:cNvPicPr/>
          <p:nvPr/>
        </p:nvPicPr>
        <p:blipFill>
          <a:blip r:embed="rId3"/>
          <a:stretch/>
        </p:blipFill>
        <p:spPr>
          <a:xfrm>
            <a:off x="8145360" y="0"/>
            <a:ext cx="4045320" cy="6856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309960" y="20998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그림 75"/>
          <p:cNvPicPr/>
          <p:nvPr/>
        </p:nvPicPr>
        <p:blipFill>
          <a:blip r:embed="rId2"/>
          <a:stretch/>
        </p:blipFill>
        <p:spPr>
          <a:xfrm>
            <a:off x="4500000" y="2224440"/>
            <a:ext cx="7378560" cy="407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26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9" name="그림 77"/>
          <p:cNvPicPr/>
          <p:nvPr/>
        </p:nvPicPr>
        <p:blipFill>
          <a:blip r:embed="rId2"/>
          <a:stretch/>
        </p:blipFill>
        <p:spPr>
          <a:xfrm>
            <a:off x="335880" y="1620000"/>
            <a:ext cx="11182680" cy="4895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31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Box 32"/>
          <p:cNvSpPr/>
          <p:nvPr/>
        </p:nvSpPr>
        <p:spPr>
          <a:xfrm>
            <a:off x="309960" y="2160000"/>
            <a:ext cx="526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2" name="그림 80"/>
          <p:cNvPicPr/>
          <p:nvPr/>
        </p:nvPicPr>
        <p:blipFill>
          <a:blip r:embed="rId2"/>
          <a:srcRect l="8560" t="10036" r="4431" b="11815"/>
          <a:stretch/>
        </p:blipFill>
        <p:spPr>
          <a:xfrm>
            <a:off x="6379920" y="2880000"/>
            <a:ext cx="5598360" cy="35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그림 81"/>
          <p:cNvPicPr/>
          <p:nvPr/>
        </p:nvPicPr>
        <p:blipFill>
          <a:blip r:embed="rId3"/>
          <a:stretch/>
        </p:blipFill>
        <p:spPr>
          <a:xfrm>
            <a:off x="0" y="4193280"/>
            <a:ext cx="6171120" cy="21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33"/>
          <p:cNvSpPr/>
          <p:nvPr/>
        </p:nvSpPr>
        <p:spPr>
          <a:xfrm>
            <a:off x="-50040" y="6024600"/>
            <a:ext cx="454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그림 85"/>
          <p:cNvPicPr/>
          <p:nvPr/>
        </p:nvPicPr>
        <p:blipFill>
          <a:blip r:embed="rId2"/>
          <a:stretch/>
        </p:blipFill>
        <p:spPr>
          <a:xfrm>
            <a:off x="2434320" y="3600000"/>
            <a:ext cx="9444240" cy="2845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3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Box 35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0" name="그림 88"/>
          <p:cNvPicPr/>
          <p:nvPr/>
        </p:nvPicPr>
        <p:blipFill>
          <a:blip r:embed="rId2"/>
          <a:stretch/>
        </p:blipFill>
        <p:spPr>
          <a:xfrm>
            <a:off x="3632400" y="2880000"/>
            <a:ext cx="8262000" cy="377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그림 89"/>
          <p:cNvPicPr/>
          <p:nvPr/>
        </p:nvPicPr>
        <p:blipFill>
          <a:blip r:embed="rId3"/>
          <a:stretch/>
        </p:blipFill>
        <p:spPr>
          <a:xfrm>
            <a:off x="5400000" y="101160"/>
            <a:ext cx="6484680" cy="2417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그림 90"/>
          <p:cNvPicPr/>
          <p:nvPr/>
        </p:nvPicPr>
        <p:blipFill>
          <a:blip r:embed="rId2"/>
          <a:srcRect l="4544" r="2275"/>
          <a:stretch/>
        </p:blipFill>
        <p:spPr>
          <a:xfrm>
            <a:off x="5040000" y="2630520"/>
            <a:ext cx="7150680" cy="42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3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TextBox 41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2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Box 43"/>
          <p:cNvSpPr/>
          <p:nvPr/>
        </p:nvSpPr>
        <p:spPr>
          <a:xfrm>
            <a:off x="309960" y="2160000"/>
            <a:ext cx="1120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 메모리에 값이 있는경우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tx_busy)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7" name="그림 95"/>
          <p:cNvPicPr/>
          <p:nvPr/>
        </p:nvPicPr>
        <p:blipFill>
          <a:blip r:embed="rId2"/>
          <a:stretch/>
        </p:blipFill>
        <p:spPr>
          <a:xfrm>
            <a:off x="0" y="3428640"/>
            <a:ext cx="12190320" cy="322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3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38"/>
          <p:cNvSpPr/>
          <p:nvPr/>
        </p:nvSpPr>
        <p:spPr>
          <a:xfrm>
            <a:off x="309960" y="2160000"/>
            <a:ext cx="5268600" cy="2583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한타이밍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밀리는 이슈가 발생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lang="en-US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동기식 회로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</a:t>
            </a:r>
            <a:r>
              <a:rPr lang="ko-KR" dirty="0"/>
              <a:t>레지스터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또한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98"/>
          <p:cNvPicPr/>
          <p:nvPr/>
        </p:nvPicPr>
        <p:blipFill>
          <a:blip r:embed="rId2"/>
          <a:stretch/>
        </p:blipFill>
        <p:spPr>
          <a:xfrm>
            <a:off x="5843880" y="3798000"/>
            <a:ext cx="603468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직사각형 99"/>
          <p:cNvSpPr/>
          <p:nvPr/>
        </p:nvSpPr>
        <p:spPr>
          <a:xfrm>
            <a:off x="6274188" y="5599445"/>
            <a:ext cx="2518560" cy="89856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720" tIns="63720" rIns="108720" bIns="6372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22" name="그림 100"/>
          <p:cNvPicPr/>
          <p:nvPr/>
        </p:nvPicPr>
        <p:blipFill>
          <a:blip r:embed="rId3"/>
          <a:stretch/>
        </p:blipFill>
        <p:spPr>
          <a:xfrm>
            <a:off x="7380000" y="9000"/>
            <a:ext cx="4498560" cy="3719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4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Box 45"/>
          <p:cNvSpPr/>
          <p:nvPr/>
        </p:nvSpPr>
        <p:spPr>
          <a:xfrm>
            <a:off x="309960" y="2160000"/>
            <a:ext cx="5268600" cy="22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5" name="그림 103"/>
          <p:cNvPicPr/>
          <p:nvPr/>
        </p:nvPicPr>
        <p:blipFill>
          <a:blip r:embed="rId2"/>
          <a:stretch/>
        </p:blipFill>
        <p:spPr>
          <a:xfrm>
            <a:off x="5374080" y="4476960"/>
            <a:ext cx="6504480" cy="237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그림 104"/>
          <p:cNvPicPr/>
          <p:nvPr/>
        </p:nvPicPr>
        <p:blipFill>
          <a:blip r:embed="rId3"/>
          <a:stretch/>
        </p:blipFill>
        <p:spPr>
          <a:xfrm>
            <a:off x="6300000" y="19800"/>
            <a:ext cx="5578560" cy="4434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28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9" name="TextBox 2"/>
            <p:cNvSpPr/>
            <p:nvPr/>
          </p:nvSpPr>
          <p:spPr>
            <a:xfrm>
              <a:off x="6818040" y="3912120"/>
              <a:ext cx="53229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30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31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2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Box 47"/>
          <p:cNvSpPr/>
          <p:nvPr/>
        </p:nvSpPr>
        <p:spPr>
          <a:xfrm>
            <a:off x="309960" y="2160000"/>
            <a:ext cx="526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4" name="그림 112"/>
          <p:cNvPicPr/>
          <p:nvPr/>
        </p:nvPicPr>
        <p:blipFill>
          <a:blip r:embed="rId2"/>
          <a:stretch/>
        </p:blipFill>
        <p:spPr>
          <a:xfrm>
            <a:off x="2872080" y="2520000"/>
            <a:ext cx="9006480" cy="413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15"/>
          <p:cNvPicPr/>
          <p:nvPr/>
        </p:nvPicPr>
        <p:blipFill>
          <a:blip r:embed="rId2"/>
          <a:stretch/>
        </p:blipFill>
        <p:spPr>
          <a:xfrm>
            <a:off x="5733720" y="2160000"/>
            <a:ext cx="6144840" cy="4452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50"/>
          <p:cNvSpPr/>
          <p:nvPr/>
        </p:nvSpPr>
        <p:spPr>
          <a:xfrm flipH="1">
            <a:off x="436320" y="486000"/>
            <a:ext cx="1234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Box 51"/>
          <p:cNvSpPr/>
          <p:nvPr/>
        </p:nvSpPr>
        <p:spPr>
          <a:xfrm>
            <a:off x="309960" y="1455480"/>
            <a:ext cx="4368960" cy="365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40" name="그룹 118"/>
          <p:cNvGrpSpPr/>
          <p:nvPr/>
        </p:nvGrpSpPr>
        <p:grpSpPr>
          <a:xfrm>
            <a:off x="5940000" y="122400"/>
            <a:ext cx="6108480" cy="3836160"/>
            <a:chOff x="5940000" y="122400"/>
            <a:chExt cx="6108480" cy="3836160"/>
          </a:xfrm>
        </p:grpSpPr>
        <p:pic>
          <p:nvPicPr>
            <p:cNvPr id="141" name="그림 119"/>
            <p:cNvPicPr/>
            <p:nvPr/>
          </p:nvPicPr>
          <p:blipFill>
            <a:blip r:embed="rId2"/>
            <a:stretch/>
          </p:blipFill>
          <p:spPr>
            <a:xfrm>
              <a:off x="5940000" y="587160"/>
              <a:ext cx="2378160" cy="3371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2" name="그림 120"/>
            <p:cNvPicPr/>
            <p:nvPr/>
          </p:nvPicPr>
          <p:blipFill>
            <a:blip r:embed="rId3"/>
            <a:stretch/>
          </p:blipFill>
          <p:spPr>
            <a:xfrm>
              <a:off x="8489520" y="504000"/>
              <a:ext cx="3558960" cy="345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3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5000" rIns="90000" bIns="-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44" name="TextBox 54"/>
            <p:cNvSpPr/>
            <p:nvPr/>
          </p:nvSpPr>
          <p:spPr>
            <a:xfrm>
              <a:off x="597384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5" name="TextBox 55"/>
            <p:cNvSpPr/>
            <p:nvPr/>
          </p:nvSpPr>
          <p:spPr>
            <a:xfrm>
              <a:off x="869400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46" name="그림 124"/>
          <p:cNvPicPr/>
          <p:nvPr/>
        </p:nvPicPr>
        <p:blipFill>
          <a:blip r:embed="rId4"/>
          <a:stretch/>
        </p:blipFill>
        <p:spPr>
          <a:xfrm>
            <a:off x="6212520" y="3960000"/>
            <a:ext cx="5618160" cy="287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5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09960" y="2160000"/>
            <a:ext cx="4548960" cy="118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9" name="그림 127"/>
          <p:cNvPicPr/>
          <p:nvPr/>
        </p:nvPicPr>
        <p:blipFill>
          <a:blip r:embed="rId2"/>
          <a:stretch/>
        </p:blipFill>
        <p:spPr>
          <a:xfrm>
            <a:off x="6051240" y="1080000"/>
            <a:ext cx="5827320" cy="554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그림 128"/>
          <p:cNvPicPr/>
          <p:nvPr/>
        </p:nvPicPr>
        <p:blipFill>
          <a:blip r:embed="rId2"/>
          <a:srcRect l="3374"/>
          <a:stretch/>
        </p:blipFill>
        <p:spPr>
          <a:xfrm>
            <a:off x="470160" y="1260000"/>
            <a:ext cx="11448000" cy="537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56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40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53" name="그림 131"/>
          <p:cNvPicPr/>
          <p:nvPr/>
        </p:nvPicPr>
        <p:blipFill>
          <a:blip r:embed="rId2"/>
          <a:stretch/>
        </p:blipFill>
        <p:spPr>
          <a:xfrm>
            <a:off x="2433960" y="1440000"/>
            <a:ext cx="9264600" cy="521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55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56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7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8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5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309960" y="1769400"/>
            <a:ext cx="6368746" cy="20298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문자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/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</a:t>
            </a:r>
            <a:r>
              <a:rPr lang="ko-KR" altLang="ko-KR">
                <a:solidFill>
                  <a:schemeClr val="accent1">
                    <a:lumMod val="50000"/>
                  </a:schemeClr>
                </a:solidFill>
                <a:latin typeface="Pretendard"/>
                <a:ea typeface="Pretendard"/>
              </a:rPr>
              <a:t>데이터가 </a:t>
            </a:r>
            <a:r>
              <a:rPr lang="ko-KR" sz="1800" b="0" u="none" strike="noStrike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프로토콜에 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맞지</a:t>
            </a:r>
            <a:endParaRPr lang="en-US" altLang="ko-KR" sz="1800" b="0" u="none" strike="noStrike" dirty="0" smtClean="0">
              <a:solidFill>
                <a:schemeClr val="accent1">
                  <a:lumMod val="50000"/>
                </a:schemeClr>
              </a:solidFill>
              <a:effectLst/>
              <a:uFillTx/>
              <a:latin typeface="Pretendard"/>
              <a:ea typeface="Pretendard"/>
            </a:endParaRPr>
          </a:p>
          <a:p>
            <a:pPr algn="just"/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않아</a:t>
            </a:r>
            <a:r>
              <a:rPr lang="en-US" altLang="ko-KR" dirty="0" smtClean="0">
                <a:solidFill>
                  <a:srgbClr val="000000"/>
                </a:solidFill>
                <a:latin typeface="맑은 고딕"/>
              </a:rPr>
              <a:t> 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유실될 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가능성이 높아진다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453" y="3545633"/>
            <a:ext cx="6893654" cy="30184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57"/>
          <p:cNvSpPr/>
          <p:nvPr/>
        </p:nvSpPr>
        <p:spPr>
          <a:xfrm flipH="1">
            <a:off x="435240" y="486000"/>
            <a:ext cx="4871160" cy="161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PROJECT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GITHUB LINK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TextBox 60"/>
          <p:cNvSpPr/>
          <p:nvPr/>
        </p:nvSpPr>
        <p:spPr>
          <a:xfrm>
            <a:off x="720000" y="5220000"/>
            <a:ext cx="11029680" cy="11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200" b="1" u="sng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  <a:hlinkClick r:id="rId2"/>
              </a:rPr>
              <a:t>UART_WATCH_v1</a:t>
            </a:r>
            <a:r>
              <a:rPr lang="en-US" sz="24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← Ctrl Click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https://github.com/cong2738/FPGA_Harman/tree/main/UART_WATCH_v1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그룹 1"/>
          <p:cNvGrpSpPr/>
          <p:nvPr/>
        </p:nvGrpSpPr>
        <p:grpSpPr>
          <a:xfrm>
            <a:off x="180000" y="2340000"/>
            <a:ext cx="5375520" cy="4484880"/>
            <a:chOff x="180000" y="2340000"/>
            <a:chExt cx="5375520" cy="4484880"/>
          </a:xfrm>
        </p:grpSpPr>
        <p:sp>
          <p:nvSpPr>
            <p:cNvPr id="165" name="TextBox 61"/>
            <p:cNvSpPr/>
            <p:nvPr/>
          </p:nvSpPr>
          <p:spPr>
            <a:xfrm>
              <a:off x="180360" y="2340000"/>
              <a:ext cx="1864800" cy="31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66" name="TextBox 62"/>
            <p:cNvSpPr/>
            <p:nvPr/>
          </p:nvSpPr>
          <p:spPr>
            <a:xfrm>
              <a:off x="180360" y="5379840"/>
              <a:ext cx="307548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67" name="직선 연결선 1"/>
            <p:cNvCxnSpPr/>
            <p:nvPr/>
          </p:nvCxnSpPr>
          <p:spPr>
            <a:xfrm>
              <a:off x="180000" y="657504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68" name="직선 연결선 8"/>
            <p:cNvCxnSpPr/>
            <p:nvPr/>
          </p:nvCxnSpPr>
          <p:spPr>
            <a:xfrm>
              <a:off x="180000" y="682344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1373</TotalTime>
  <Words>432</Words>
  <Application>Microsoft Office PowerPoint</Application>
  <PresentationFormat>와이드스크린</PresentationFormat>
  <Paragraphs>143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30</vt:i4>
      </vt:variant>
    </vt:vector>
  </HeadingPairs>
  <TitlesOfParts>
    <vt:vector size="42" baseType="lpstr">
      <vt:lpstr>DejaVu Sans</vt:lpstr>
      <vt:lpstr>Pretendard</vt:lpstr>
      <vt:lpstr>Pretendard Black</vt:lpstr>
      <vt:lpstr>맑은 고딕</vt:lpstr>
      <vt:lpstr>Arial</vt:lpstr>
      <vt:lpstr>Wingdings</vt:lpstr>
      <vt:lpstr>Office 테마</vt:lpstr>
      <vt:lpstr>Office 테마</vt:lpstr>
      <vt:lpstr>Office 테마</vt:lpstr>
      <vt:lpstr>Office 테마</vt:lpstr>
      <vt:lpstr>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Yu Saebyeol</dc:creator>
  <dc:description/>
  <cp:lastModifiedBy>kccistc</cp:lastModifiedBy>
  <cp:revision>139</cp:revision>
  <dcterms:created xsi:type="dcterms:W3CDTF">2022-08-03T01:14:38Z</dcterms:created>
  <dcterms:modified xsi:type="dcterms:W3CDTF">2025-03-24T01:37:21Z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